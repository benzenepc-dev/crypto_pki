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B2A41"/>
                </a:solidFill>
              </a:defRPr>
            </a:pPr>
            <a:r>
              <a:t>Mise en place d'une Autorité de Certification (PKI)</a:t>
            </a:r>
            <a:br/>
            <a:r>
              <a:t>avec EJBCA et passage de HTTP vers HTTPS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2E86C1"/>
                </a:solidFill>
              </a:defRPr>
            </a:pPr>
            <a:r>
              <a:t>GROUPE 2</a:t>
            </a:r>
          </a:p>
          <a:p>
            <a:pPr algn="ctr">
              <a:defRPr sz="1400">
                <a:solidFill>
                  <a:srgbClr val="444444"/>
                </a:solidFill>
              </a:defRPr>
            </a:pPr>
            <a:r>
              <a:t>Master SSI — Cryptographie — 2025/2026</a:t>
            </a:r>
          </a:p>
          <a:p>
            <a:pPr algn="ctr">
              <a:defRPr sz="1400">
                <a:solidFill>
                  <a:srgbClr val="444444"/>
                </a:solidFill>
              </a:defRPr>
            </a:pPr>
            <a:r>
              <a:t>Ahmad Diop · Papa Mamadou · Mame Fatou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B2A41"/>
                </a:solidFill>
              </a:defRPr>
            </a:pPr>
            <a:r>
              <a:t>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Contexte et objectifs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Architecture de la solution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Installation d'EJBCA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Configuration de la PKI (CA, profils, certificat serveur)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Migration HTTP → HTTPS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Tests et validation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Difficultés et perspectives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B2A41"/>
                </a:solidFill>
              </a:defRPr>
            </a:pPr>
            <a:r>
              <a:t>Contexte et objectifs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Les CA publiques ne conviennent pas aux usages internes (intranet, mTLS, IoT, formation)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Une PKI privée reste la référence pour ces cas d'usage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Objectif : déployer une CA privée avec EJBCA, émettre un certificat serveur, et migrer un site de HTTP vers HTTPS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Travail en équipe de 3, une branche Git par membre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B2A41"/>
                </a:solidFill>
              </a:defRPr>
            </a:pPr>
            <a:r>
              <a:t>Architecture de la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EJBCA Community + MariaDB (conteneurs Docker) : Root CA (+ Sub CA)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Serveur web (Nginx/Apache) : HTTP → HTTPS avec le certificat émis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Client de test : navigateur, curl, openssl s_client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B2A41"/>
                </a:solidFill>
              </a:defRPr>
            </a:pPr>
            <a:r>
              <a:t>Architecture de la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645920"/>
            <a:ext cx="9418320" cy="4389120"/>
          </a:xfrm>
          <a:prstGeom prst="rect">
            <a:avLst/>
          </a:prstGeom>
          <a:solidFill>
            <a:srgbClr val="F2F2F2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i="1" sz="1600">
                <a:solidFill>
                  <a:srgbClr val="808080"/>
                </a:solidFill>
              </a:defRPr>
            </a:pPr>
            <a:r>
              <a:t>[ Insérer capture d'écran : Schéma d'architecture (Root CA → Sub CA → certificat serveur → client)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B2A41"/>
                </a:solidFill>
              </a:defRPr>
            </a:pPr>
            <a:r>
              <a:t>Installation d'EJBCA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Déploiement via Docker Compose : conteneurs ejbca + ejbca-database (MariaDB)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Commande : docker compose up -d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Vérification des logs et accès à l'interface web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B2A41"/>
                </a:solidFill>
              </a:defRPr>
            </a:pPr>
            <a:r>
              <a:t>Installation d'EJBCA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645920"/>
            <a:ext cx="9418320" cy="4389120"/>
          </a:xfrm>
          <a:prstGeom prst="rect">
            <a:avLst/>
          </a:prstGeom>
          <a:solidFill>
            <a:srgbClr val="F2F2F2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i="1" sz="1600">
                <a:solidFill>
                  <a:srgbClr val="808080"/>
                </a:solidFill>
              </a:defRPr>
            </a:pPr>
            <a:r>
              <a:t>[ Insérer capture d'écran : Conteneurs démarrés (docker compose ps) + interface EJBCA accessible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B2A41"/>
                </a:solidFill>
              </a:defRPr>
            </a:pPr>
            <a:r>
              <a:t>Configuration — Compte SuperAdmin et Root 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Génération du certificat client SuperAdmin via la RA Web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Ajout au rôle « Super Administrator Role »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Création de la Root CA (profil ROOTCA, RSA 4096, crypto token)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(Optionnel) Création d'une Sub CA signée par la Root CA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B2A41"/>
                </a:solidFill>
              </a:defRPr>
            </a:pPr>
            <a:r>
              <a:t>Configuration — Root CA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645920"/>
            <a:ext cx="9418320" cy="4389120"/>
          </a:xfrm>
          <a:prstGeom prst="rect">
            <a:avLst/>
          </a:prstGeom>
          <a:solidFill>
            <a:srgbClr val="F2F2F2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i="1" sz="1600">
                <a:solidFill>
                  <a:srgbClr val="808080"/>
                </a:solidFill>
              </a:defRPr>
            </a:pPr>
            <a:r>
              <a:t>[ Insérer capture d'écran : Création de la CA dans l'Admin Web EJBCA 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B2A41"/>
                </a:solidFill>
              </a:defRPr>
            </a:pPr>
            <a:r>
              <a:t>Configuration — Certificat serveur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Profil de certificat SERVER (Key Usage / Extended Key Usage = serverAuth)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Génération de la CSR côté serveur (openssl genrsa + openssl req)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Soumission de la CSR dans la RA Web → émission du certificat signé par la CA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B2A41"/>
                </a:solidFill>
              </a:defRPr>
            </a:pPr>
            <a:r>
              <a:t>Configuration — Certificat serveur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645920"/>
            <a:ext cx="9418320" cy="4389120"/>
          </a:xfrm>
          <a:prstGeom prst="rect">
            <a:avLst/>
          </a:prstGeom>
          <a:solidFill>
            <a:srgbClr val="F2F2F2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i="1" sz="1600">
                <a:solidFill>
                  <a:srgbClr val="808080"/>
                </a:solidFill>
              </a:defRPr>
            </a:pPr>
            <a:r>
              <a:t>[ Insérer capture d'écran : Certificat serveur émis et téléchargé 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B2A41"/>
                </a:solidFill>
              </a:defRPr>
            </a:pPr>
            <a:r>
              <a:t>Migration HTTP → HTTPS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Étape 1 : serveur web en HTTP simple (port 80)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Étape 2 : configuration HTTPS avec le certificat + la chaîne (port 443)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Redirection automatique HTTP → HTTPS (301/308)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Durcissement : TLS 1.2/1.3 uniquement, ciphers modernes, en-tête HSTS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B2A41"/>
                </a:solidFill>
              </a:defRPr>
            </a:pPr>
            <a:r>
              <a:t>Migration HTTP → HTTPS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645920"/>
            <a:ext cx="9418320" cy="4389120"/>
          </a:xfrm>
          <a:prstGeom prst="rect">
            <a:avLst/>
          </a:prstGeom>
          <a:solidFill>
            <a:srgbClr val="F2F2F2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i="1" sz="1600">
                <a:solidFill>
                  <a:srgbClr val="808080"/>
                </a:solidFill>
              </a:defRPr>
            </a:pPr>
            <a:r>
              <a:t>[ Insérer capture d'écran : Configuration Nginx/Apache HTTPS + redirection 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B2A41"/>
                </a:solidFill>
              </a:defRPr>
            </a:pPr>
            <a:r>
              <a:t>Tests et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Accès HTTP avant migration (non chiffré)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Accès HTTPS avec confiance en la Root CA (openssl s_client, curl --cacert)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Rejet de la connexion sans la Root CA importée (preuve CA privée)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Vérification de la redirection HTTP → HTTPS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B2A41"/>
                </a:solidFill>
              </a:defRPr>
            </a:pPr>
            <a:r>
              <a:t>Tests et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645920"/>
            <a:ext cx="9418320" cy="4389120"/>
          </a:xfrm>
          <a:prstGeom prst="rect">
            <a:avLst/>
          </a:prstGeom>
          <a:solidFill>
            <a:srgbClr val="F2F2F2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i="1" sz="1600">
                <a:solidFill>
                  <a:srgbClr val="808080"/>
                </a:solidFill>
              </a:defRPr>
            </a:pPr>
            <a:r>
              <a:t>[ Insérer capture d'écran : openssl s_client -showcerts / navigateur avec cadenas HTTPS 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B2A41"/>
                </a:solidFill>
              </a:defRPr>
            </a:pPr>
            <a:r>
              <a:t>Audit indépendant — Mame Fatou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Révocation du certificat serveur dans EJBCA + vérification de la CRL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Audit de sécurité TLS indépendant : testssl.sh / nmap ssl-enum-ciphers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Comparatif CA privée (EJBCA) vs CA publique (ex. google.com)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Objectif : validation croisée, indépendante de la personne ayant configuré le serveur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B2A41"/>
                </a:solidFill>
              </a:defRPr>
            </a:pPr>
            <a:r>
              <a:t>Audit indépendant — Mame Fatou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645920"/>
            <a:ext cx="9418320" cy="4389120"/>
          </a:xfrm>
          <a:prstGeom prst="rect">
            <a:avLst/>
          </a:prstGeom>
          <a:solidFill>
            <a:srgbClr val="F2F2F2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i="1" sz="1600">
                <a:solidFill>
                  <a:srgbClr val="808080"/>
                </a:solidFill>
              </a:defRPr>
            </a:pPr>
            <a:r>
              <a:t>[ Insérer capture d'écran : Révocation + CRL, résultat testssl.sh, comparatif curl 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B2A41"/>
                </a:solidFill>
              </a:defRPr>
            </a:pPr>
            <a:r>
              <a:t>Difficultés rencontrées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[À compléter : ex. format des SAN, chaîne de certificats incomplète, ports déjà utilisés...]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[Solution apportée pour chaque difficulté]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B2A41"/>
                </a:solidFill>
              </a:defRPr>
            </a:pPr>
            <a:r>
              <a:t>Perspectives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Automatisation via ACME/EST/SCEP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Réduction de la durée de vie des certificats (tendance CA/Browser Forum)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Crypto-agilité et migration post-quantique (ML-KEM, ML-DSA, SLH-DSA)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OCSP responder pour révocation en temps quasi réel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Architecture Root CA hors ligne / Sub CA en ligne pour la production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B2A41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PKI privée déployée avec EJBCA : Root CA, certificat serveur émis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Migration effective d'un service web de HTTP vers HTTPS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Mise en pratique concrète des concepts de cryptographie asymétrique et de confiance numérique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Merci de votre attention —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